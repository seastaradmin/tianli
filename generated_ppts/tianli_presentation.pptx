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TianLi Harness - 天理 Harness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现有 AI 工具的痛点</a:t>
            </a:r>
          </a:p>
          <a:p>
            <a:pPr/>
            <a:r>
              <a:t>• 只会聊天，无法交付实际成果</a:t>
            </a:r>
          </a:p>
          <a:p>
            <a:pPr/>
            <a:r>
              <a:t>• 缺少专业角色分工</a:t>
            </a:r>
          </a:p>
          <a:p>
            <a:pPr/>
            <a:r>
              <a:t>• 没有质量保证机制</a:t>
            </a:r>
          </a:p>
          <a:p>
            <a:pPr/>
            <a:r>
              <a:t>• 无法跨会话记忆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解决方案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天理的核心特性</a:t>
            </a:r>
          </a:p>
          <a:p>
            <a:pPr/>
            <a:r>
              <a:t>• 19 个专业 Hero 角色</a:t>
            </a:r>
          </a:p>
          <a:p>
            <a:pPr/>
            <a:r>
              <a:t>• 分层审计系统 (L1+L2)</a:t>
            </a:r>
          </a:p>
          <a:p>
            <a:pPr/>
            <a:r>
              <a:t>• 项目记忆系统</a:t>
            </a:r>
          </a:p>
          <a:p>
            <a:pPr/>
            <a:r>
              <a:t>• 多平台支持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产品特性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核心功能</a:t>
            </a:r>
          </a:p>
          <a:p>
            <a:pPr/>
            <a:r>
              <a:t>• Hero 系统 (19 个专业角色)</a:t>
            </a:r>
          </a:p>
          <a:p>
            <a:pPr/>
            <a:r>
              <a:t>• 天劫审计 (质量检查)</a:t>
            </a:r>
          </a:p>
          <a:p>
            <a:pPr/>
            <a:r>
              <a:t>• 天演进化 (自动学习)</a:t>
            </a:r>
          </a:p>
          <a:p>
            <a:pPr/>
            <a:r>
              <a:t>• 并行执行 (多 Hero 协作)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E2E 测试结果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实测数据</a:t>
            </a:r>
          </a:p>
          <a:p>
            <a:pPr/>
            <a:r>
              <a:t>• E2E 测试通过率：100%</a:t>
            </a:r>
          </a:p>
          <a:p>
            <a:pPr/>
            <a:r>
              <a:t>• 总测试数：40 个</a:t>
            </a:r>
          </a:p>
          <a:p>
            <a:pPr/>
            <a:r>
              <a:t>• API 响应时间：&lt;20 秒</a:t>
            </a:r>
          </a:p>
          <a:p>
            <a:pPr/>
            <a:r>
              <a:t>• Hero 数量：19 个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行动计划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如何开始使用</a:t>
            </a:r>
          </a:p>
          <a:p>
            <a:pPr/>
            <a:r>
              <a:t>• 查看文档：GitHub</a:t>
            </a:r>
          </a:p>
          <a:p>
            <a:pPr/>
            <a:r>
              <a:t>• 安装依赖：pip install -r requirements.txt</a:t>
            </a:r>
          </a:p>
          <a:p>
            <a:pPr/>
            <a:r>
              <a:t>• 运行测试：python3 tests/test_e2e_full.py</a:t>
            </a:r>
          </a:p>
          <a:p>
            <a:pPr/>
            <a:r>
              <a:t>• 访问前端：http://localhost:1421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谢谢！</a:t>
            </a:r>
          </a:p>
          <a:p>
            <a:pPr/>
          </a:p>
          <a:p>
            <a:pPr/>
            <a:r>
              <a:t>GitHub: https://github.com/seastaradmin/TianLi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